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Statistical Formulas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basic statistical functions: MIN, MAX, SUM, AVERAGE, COUNT,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 &amp; 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MIN: Find lowest value</a:t>
            </a:r>
          </a:p>
          <a:p>
            <a:r>
              <a:t>Formula: =MIN(range)</a:t>
            </a:r>
          </a:p>
          <a:p/>
          <a:p>
            <a:r>
              <a:t>MAX: Find highest value</a:t>
            </a:r>
          </a:p>
          <a:p>
            <a:r>
              <a:t>Formula: =MAX(range)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SUM, SUMIF, SUMIFS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SUM: Total sum</a:t>
            </a:r>
          </a:p>
          <a:p>
            <a:r>
              <a:t>=SUM(range)</a:t>
            </a:r>
          </a:p>
          <a:p/>
          <a:p>
            <a:r>
              <a:t>SUMIF: With criteria</a:t>
            </a:r>
          </a:p>
          <a:p>
            <a:r>
              <a:t>=SUMIF(range, criteria, sum_range)</a:t>
            </a:r>
          </a:p>
          <a:p/>
          <a:p>
            <a:r>
              <a:t>SUMIFS: Multiple criteria</a:t>
            </a:r>
          </a:p>
          <a:p>
            <a:r>
              <a:t>=SUMIFS(sum_range, criteria_range1, criteria1, ...)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mean value</a:t>
            </a:r>
          </a:p>
          <a:p>
            <a:r>
              <a:t>Formula: =AVERAGE(range)</a:t>
            </a:r>
          </a:p>
          <a:p/>
          <a:p>
            <a:r>
              <a:t>Example:</a:t>
            </a:r>
          </a:p>
          <a:p>
            <a:r>
              <a:t>=AVERAGE(C3:F3)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COUNT: Numbers only</a:t>
            </a:r>
          </a:p>
          <a:p>
            <a:r>
              <a:t>COUNTA: Non-empty cells</a:t>
            </a:r>
          </a:p>
          <a:p>
            <a:r>
              <a:t>COUNTBLANK: Empty cells</a:t>
            </a:r>
          </a:p>
          <a:p>
            <a:r>
              <a:t>COUNTIF: One criterion</a:t>
            </a:r>
          </a:p>
          <a:p>
            <a:r>
              <a:t>COUNTIFS: Multiple criteria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COUNTIF(D3:D9,"10")</a:t>
            </a:r>
          </a:p>
          <a:p>
            <a:r>
              <a:t>COUNTIFS(E2:E11,"BANDUNG",F2:F11,"SHIPPED")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table using formulas learned and explain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